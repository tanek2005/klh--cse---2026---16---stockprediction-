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6"/>
  </p:normalViewPr>
  <p:slideViewPr>
    <p:cSldViewPr snapToGrid="0" snapToObjects="1">
      <p:cViewPr varScale="1">
        <p:scale>
          <a:sx n="102" d="100"/>
          <a:sy n="102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MACHINE LEARNING TECHNIQUES</a:t>
            </a:r>
            <a:br/>
            <a:r>
              <a:t>FOR STOCK MARKET PREDICTION</a:t>
            </a:r>
          </a:p>
          <a:p>
            <a:pPr>
              <a:defRPr sz="2100">
                <a:solidFill>
                  <a:srgbClr val="BED7F5"/>
                </a:solidFill>
              </a:defRPr>
            </a:pPr>
            <a:r>
              <a:t>Using Explainable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</a:defRPr>
            </a:pPr>
            <a:r>
              <a:t>REVIEW – 2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</a:defRPr>
            </a:pPr>
            <a:r>
              <a:t>Data Science and Big Data Analytics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</a:defRPr>
            </a:pPr>
            <a:r>
              <a:t>N. Sai Pragathi • S. Indu • A.V.N.S. Anupama • T. Aashritha Reddy</a:t>
            </a:r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</a:defRPr>
            </a:pPr>
            <a:r>
              <a:t>CSE Department, KL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Review–2 Scope &amp; 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Methodology — complete workflow from data collection to XAI.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System Design — end-to-end architecture and dashboard flow.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Modern Tools &amp; Technologies — Python, yFinance, ML, XAI and Streamlit.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Implementation — working prototype plus research-grade ML pipeline extension.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Results &amp; Performance Evaluation — metrics to be populated from executed experiments.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Research Paper Draft — prepared according to the supplied paper template.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Project Execution — prototype working; comparative ML, XAI and final validation remain.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1.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1. Select stock/ticker → retrieve </a:t>
            </a:r>
            <a:r>
              <a:t>daily data </a:t>
            </a:r>
            <a:r>
              <a:rPr dirty="0"/>
              <a:t>using Yahoo Finance via </a:t>
            </a:r>
            <a:r>
              <a:rPr dirty="0" err="1"/>
              <a:t>yFinance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2. Clean, validate and chronologically order the data; inspect missing values and duplicates.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3. Perform EDA: distributions, trends, correlations, volatility, volume and outliers.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4. Engineer returns, lagged values, SMA/EMA, RSI, MACD, rolling volatility and volume features.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5. Train Linear Regression, Decision Tree, Random Forest, </a:t>
            </a:r>
            <a:r>
              <a:rPr dirty="0" err="1"/>
              <a:t>XGBoost</a:t>
            </a:r>
            <a:r>
              <a:rPr dirty="0"/>
              <a:t> and </a:t>
            </a:r>
            <a:r>
              <a:rPr dirty="0" err="1"/>
              <a:t>CatBoost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6. Evaluate with MAE, RMSE and R²; optionally evaluate next-day direction.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rPr dirty="0"/>
              <a:t>7. Apply SHAP and LIME; present prediction and explanations in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2.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User Input → yFinance Data Layer → Preprocessing → EDA/Feature Engineering → ML Models → Time-Series Evaluation → SHAP/LIME → Streamlit.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Primary target: next trading-day closing price.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Secondary output: bullish/bearish direction based on predicted versus latest price.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Time order is preserved to reduce future-information leakage.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Dashboard displays historical price, prediction, signal, metrics and explanation.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3. Modern 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Python — core implementation language.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yFinance — Yahoo Finance historical market-data retrieval.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Pandas + NumPy — data preparation and numerical computation.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Scikit-learn — preprocessing, Linear Regression, Decision Tree and Random Forest.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XGBoost + CatBoost — gradient-boosting model comparison.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SHAP + LIME — global/local explainability.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Matplotlib / Plotly — EDA and visualizations; Streamlit — interactive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4.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Working prototype: Streamlit interface with predefined stocks and custom ticker input.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Dynamic yFinance download and historical closing-price visualization.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Baseline Linear Regression predicts the next closing price and generates a bullish/bearish signal.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Research-grade extension adds engineered features and five-model comparison.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Training-only fitting for learned preprocessing and chronological train/test evaluation.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SHAP and LIME explanations are generated after model training.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Final dashboard combines prediction, model performance and XAI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EDA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Dataset overview: dimensions, columns, date range, types and descriptive statistics.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Data quality: missing values, duplicates, invalid values and chronological consistency.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Univariate analysis: price/return/volume distributions and outlier inspection.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Bivariate/multivariate analysis: feature relationships and correlation heatmap.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Trend and rolling-window analysis: moving averages and volatility.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Feature engineering: daily return, lags, SMA, EMA, RSI, MACD, rolling volatility and volume features.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Feature selection and leakage screening before model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ML Model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Linear Regression — transparent baseline.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Decision Tree — single nonlinear tree.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Random Forest — bagging ensemble of decision trees.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XGBoost — sequential gradient boosting that reduces prior residual/gradient errors.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CatBoost — independent gradient-boosting implementation.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Target: next trading-day close; optional secondary target: up/down direction.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All models use the same target definition and chronological evaluation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Explainable AI: SHAP +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SHAP quantifies feature contributions and supports global and local interpretation.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LIME explains an individual prediction using a locally fitted interpretable surrogate.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Question answered: which inputs contributed to a higher or lower predicted next-day close?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SHAP can provide global feature importance and local contribution plots.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LIME provides local feature weights for a selected prediction.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Both explanations are integrated into the Streamlit research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5.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Prototype outputs: historical price chart, dynamic ticker handling, baseline next-day prediction, signal and next-trading-day display.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Final research outputs: model-wise MAE, RMSE and R², optional directional metrics, error analysis, SHAP and LIME explanations.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Numerical performance values are intentionally not fabricated; they will be inserted after final experiment execution.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Results, discussion and conclusion sections of the paper will be updated directly from measured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6.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MAE — average absolute prediction error.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RMSE — penalizes larger errors more strongly.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R² — proportion of target variance explained by the model.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Optional direction metrics: Accuracy, Precision, Recall, F1-score and ROC-AUC.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Validation: chronological train/test split; expanding or sliding windows may be used for time-aware validation.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Fair comparison: same features, target, evaluation period and leakage controls across models.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Additional analysis: residual errors, volatility regimes and directional mismatches.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Research Paper Draft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Draft follows the supplied template: Abstract; Introduction; Related Work; Proposed Methodology; Experimental Setup; Results; Discussion; Limitations; Conclusion &amp; Future Work; Declarations; References.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Stock-specific dataset, methodology, model set, XAI methods and Streamlit implementation are documented.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Results section is structured for measured metrics and plots rather than invented values.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Research gap and contributions are aligned with explainable ML for stock-price prediction.</a:t>
            </a:r>
          </a:p>
          <a:p>
            <a:pPr>
              <a:spcAft>
                <a:spcPts val="800"/>
              </a:spcAft>
              <a:defRPr sz="1900">
                <a:solidFill>
                  <a:srgbClr val="1E293B"/>
                </a:solidFill>
              </a:defRPr>
            </a:pPr>
            <a:r>
              <a:t>Final paper will be updated after complete model execution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Project Execution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Research &amp; Literature — Completed.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Research Paper Draft — Prepared.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Streamlit Prototype — Working.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EDA + Feature Pipeline — In Progress.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Five-Model Comparison — In Progress.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SHAP + LIME Integration — In Progress.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Final Time-Series Validation — Pending.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Paper Results Integration —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741"/>
                </a:solidFill>
              </a:defRPr>
            </a:pPr>
            <a:r>
              <a:t>Next Steps Before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Complete feature engineering and feature selection.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Run all five models on the same chronological train/test design.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Collect MAE, RMSE and R²; add directional metrics if included.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Generate SHAP global/local explanations and LIME local explanations.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Integrate measured results into the Streamlit dashboard.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Update Results, Discussion, Limitations and Conclusion in the research paper.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Prepare final comparison tables, plots and reproducibility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REVIEW–2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Methodology ✓</a:t>
            </a:r>
          </a:p>
          <a:p>
            <a:pPr algn="ctr"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System Design ✓</a:t>
            </a:r>
          </a:p>
          <a:p>
            <a:pPr algn="ctr"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Modern Tools &amp; Technologies ✓</a:t>
            </a:r>
          </a:p>
          <a:p>
            <a:pPr algn="ctr"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Implementation ✓</a:t>
            </a:r>
          </a:p>
          <a:p>
            <a:pPr algn="ctr"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Results &amp; Performance Evaluation — final measured values pending</a:t>
            </a:r>
          </a:p>
          <a:p>
            <a:pPr algn="ctr">
              <a:spcAft>
                <a:spcPts val="700"/>
              </a:spcAft>
              <a:defRPr sz="1800">
                <a:solidFill>
                  <a:srgbClr val="FFFFFF"/>
                </a:solidFill>
              </a:defRPr>
            </a:pPr>
            <a:r>
              <a:t>Research Paper Draft + Project Execution Status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Review 2 | KL University | CSE Department                                 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1299</Words>
  <Application>Microsoft Macintosh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Tanek Ghantasala</cp:lastModifiedBy>
  <cp:revision>2</cp:revision>
  <dcterms:created xsi:type="dcterms:W3CDTF">2013-01-27T09:14:16Z</dcterms:created>
  <dcterms:modified xsi:type="dcterms:W3CDTF">2026-09-19T04:50:36Z</dcterms:modified>
  <cp:category/>
</cp:coreProperties>
</file>